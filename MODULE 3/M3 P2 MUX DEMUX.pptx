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305" r:id="rId3"/>
    <p:sldId id="306" r:id="rId4"/>
    <p:sldId id="280" r:id="rId5"/>
    <p:sldId id="307" r:id="rId6"/>
    <p:sldId id="30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964E7-CB98-61A8-FAC8-1594F9185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1E15D-743E-017C-3A03-E80E7E782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CCCC2-DDB2-2BED-47C0-F1B7F478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F2334-1CB9-4DB3-AB50-17E9E21B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9646-7A87-2FE2-DCD0-86682769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62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F997-6B82-E707-523A-234E378F6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7FF78-425A-3A11-EE19-6A7109387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77D4-5857-EBF8-780B-2D64BB7B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B5640-DFE7-4B7E-49E6-3522F519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0A0DC-1D67-7300-7A1E-78227447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662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A872-D3F8-1167-88EC-C49526A3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5FAC4-318C-0F47-653F-03E863DBA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67A9F-91D7-B374-8F6D-EA3056D9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3F57F-997B-9C37-6EC0-09497195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0BA7E-81DF-A4AA-D377-6C94B3A2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14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D796-4F6E-DEBD-F7C7-FCE8E7C8B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BCAA0-2F72-673A-E6EA-5C9038B2F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E1E9F-6DC6-D9D2-C740-3223D5AC8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26AB2-EC3F-D8B8-59CB-D8037CC3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6FE8C-73EC-69A3-CC9D-3B27DB10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0DEF2-B21D-4745-5705-8F82AECF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43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B660-AEEF-E9EC-FD76-2242764E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0F65C-E71C-D0E9-2662-B31E4961E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F7C02-DAD8-196F-7071-C72062384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7ACFAF-D450-2F87-CF9B-BE677059F9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5B54A-8A48-38E8-C85C-139A8CF093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E0C8E9-0B72-0D21-4828-D3124823B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86D020-5586-EBDB-B39A-40F80F744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132CB-18E2-3D60-A405-64335DE4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984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47F2E-9AAB-0C19-936A-FE211E590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77617-C867-D534-0705-8B07E4A3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F52DB-9E7D-268D-9A83-CC30F82B8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5F899-3DDB-49F6-B0DA-3A83739E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89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45C71-1109-A936-D2D6-E6F5A40A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9702C3-8F48-7637-60D8-1B1D458B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57306-7D4D-B3EF-BAD0-5D3B32A6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38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0B569-2214-CBB7-9F3F-FEB41445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2ABC2-DA66-B7A3-AF23-7108189A4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A6C85-2F0D-0234-F43F-FD34AEA3A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DAAF6-DD88-63BD-405F-CEDB89DE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B04B0-BBCC-D231-85B7-5E5EBD958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1CFAB-34A7-2465-51AB-D0C253F9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07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2B7A1-19DD-6C41-9567-C4AFCBAF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5BCB10-E26E-66A9-7D04-8D032861C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7B2AD-508E-A886-A930-41B06662A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5CC92-E51E-65CA-C52E-586957BE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727BC-80DD-91A3-BDF0-D801E0757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7BACD-606B-2BDC-D583-D0D71105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38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444D-E8C8-C4C0-DE6D-2B1439837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8EEA0-2B3C-C815-467C-2701012B5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61B32-2A4C-5C83-D10E-2362838B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E97CD-BD04-9D90-1A42-A542D77C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626F1-6114-0DC9-DE83-34BE846C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98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A1C38B-8F82-2912-95D9-6D2AB966B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D6FC9-78B3-56FD-5BDB-E14F8BF90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CD400-03ED-6874-392C-F7712665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451E9-CE29-A7E6-448F-DF556476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DCD33-F50A-2A33-659C-E7BBF8A77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00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A00BC8-1B81-14EC-C8B7-A160D23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30DB7-CC21-5728-EB22-352C1D4D2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1B2E7-56D8-46CD-B123-301D0DDC8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9F573-6E2A-4C0B-B135-1878EB76B821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78A79-C6AC-C1BF-7B2F-D0B2FD9ED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E2BF0-CA1E-E666-E415-B1D19E3AA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7EC60-6067-4B10-A249-C75F0EFA1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218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086D-747D-2A55-6037-282B632F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Multiplexers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55FB2-A785-0566-5AB7-76FF8ECCF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multiplexer is a circuit that passes one of its multiple inputs to a single output based on a select input. </a:t>
            </a:r>
          </a:p>
          <a:p>
            <a:r>
              <a:rPr lang="en-US" dirty="0"/>
              <a:t>This can be thought of as a digital switch. </a:t>
            </a:r>
          </a:p>
          <a:p>
            <a:r>
              <a:rPr lang="en-US" dirty="0"/>
              <a:t>The multiplexer has n select lines, 2</a:t>
            </a:r>
            <a:r>
              <a:rPr lang="en-US" baseline="30000" dirty="0"/>
              <a:t>n</a:t>
            </a:r>
            <a:r>
              <a:rPr lang="en-US" dirty="0"/>
              <a:t> inputs, and one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186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3ACEF-4C5D-B4DB-51B0-C1E9C195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48" y="0"/>
            <a:ext cx="106646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3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122FB2-D5A9-5CC8-D95F-32E955F53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84" y="0"/>
            <a:ext cx="110920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0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F561-6FF5-4677-B324-F245C0F9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Demultiplexers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94333-5151-5283-AC58-671B8D888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demultiplexer works in a complementary fashion to a multiplexer. A demultiplexer has one input that is routed to one of its multiple outputs. </a:t>
            </a:r>
          </a:p>
          <a:p>
            <a:r>
              <a:rPr lang="en-US" dirty="0"/>
              <a:t>The output that is active is dictated by a select input. </a:t>
            </a:r>
          </a:p>
          <a:p>
            <a:r>
              <a:rPr lang="en-US" dirty="0"/>
              <a:t>A </a:t>
            </a:r>
            <a:r>
              <a:rPr lang="en-US" dirty="0" err="1"/>
              <a:t>demux</a:t>
            </a:r>
            <a:r>
              <a:rPr lang="en-US" dirty="0"/>
              <a:t> has </a:t>
            </a:r>
            <a:r>
              <a:rPr lang="en-US" i="1" dirty="0"/>
              <a:t>n </a:t>
            </a:r>
            <a:r>
              <a:rPr lang="en-US" dirty="0"/>
              <a:t>select lines that chooses to route the input to one of its 2</a:t>
            </a:r>
            <a:r>
              <a:rPr lang="en-US" baseline="30000" dirty="0"/>
              <a:t>n</a:t>
            </a:r>
            <a:r>
              <a:rPr lang="en-US" dirty="0"/>
              <a:t> outputs. </a:t>
            </a:r>
          </a:p>
          <a:p>
            <a:r>
              <a:rPr lang="en-US" dirty="0"/>
              <a:t>When an output is not selected, it outputs a logic 0.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58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8A74A5-1BA7-1A33-339C-FD49181D1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4" y="228820"/>
            <a:ext cx="10070935" cy="649997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A31D22-50A9-E403-A9F9-6D6C404BA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154922"/>
              </p:ext>
            </p:extLst>
          </p:nvPr>
        </p:nvGraphicFramePr>
        <p:xfrm>
          <a:off x="8303591" y="3353536"/>
          <a:ext cx="67144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22">
                  <a:extLst>
                    <a:ext uri="{9D8B030D-6E8A-4147-A177-3AD203B41FA5}">
                      <a16:colId xmlns:a16="http://schemas.microsoft.com/office/drawing/2014/main" val="283483598"/>
                    </a:ext>
                  </a:extLst>
                </a:gridCol>
                <a:gridCol w="335722">
                  <a:extLst>
                    <a:ext uri="{9D8B030D-6E8A-4147-A177-3AD203B41FA5}">
                      <a16:colId xmlns:a16="http://schemas.microsoft.com/office/drawing/2014/main" val="3531227212"/>
                    </a:ext>
                  </a:extLst>
                </a:gridCol>
              </a:tblGrid>
              <a:tr h="330937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224161"/>
                  </a:ext>
                </a:extLst>
              </a:tr>
              <a:tr h="330937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086655"/>
                  </a:ext>
                </a:extLst>
              </a:tr>
            </a:tbl>
          </a:graphicData>
        </a:graphic>
      </p:graphicFrame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0478BA3-6C81-D541-D7BD-97C2BB42AF0A}"/>
              </a:ext>
            </a:extLst>
          </p:cNvPr>
          <p:cNvSpPr/>
          <p:nvPr/>
        </p:nvSpPr>
        <p:spPr>
          <a:xfrm>
            <a:off x="8639313" y="3796748"/>
            <a:ext cx="218660" cy="288308"/>
          </a:xfrm>
          <a:prstGeom prst="flowChartConnector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122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925926-6FA9-994E-3CBC-5F56617EF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82" y="128127"/>
            <a:ext cx="10863469" cy="66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0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121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Multiplexers</vt:lpstr>
      <vt:lpstr>PowerPoint Presentation</vt:lpstr>
      <vt:lpstr>PowerPoint Presentation</vt:lpstr>
      <vt:lpstr>Demultiplexers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2</cp:revision>
  <dcterms:created xsi:type="dcterms:W3CDTF">2025-09-08T10:19:22Z</dcterms:created>
  <dcterms:modified xsi:type="dcterms:W3CDTF">2025-09-08T10:25:48Z</dcterms:modified>
</cp:coreProperties>
</file>