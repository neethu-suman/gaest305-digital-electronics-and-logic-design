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5" r:id="rId2"/>
    <p:sldId id="516" r:id="rId3"/>
    <p:sldId id="517" r:id="rId4"/>
    <p:sldId id="518" r:id="rId5"/>
    <p:sldId id="5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2A80-1474-6340-7233-6619D4060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2F920-8771-FD0E-9482-B94409DB1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DF818-7EFA-549F-16C8-33B815E6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7E07-4EA2-A5A3-A640-8414EDEC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248C9-4E97-CFDE-39F2-BEE2765F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9925-3227-A655-0820-D14622A0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196BC-2F4C-661F-E986-FE368B702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1714A-0AE6-28AA-2021-0B95340E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CDBF8-EF50-B7B8-9631-65CBB14E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2029-2454-C122-7BD0-CB298310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9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FD13-5531-F554-B7C4-4811080A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16E1E-78D6-8215-B6EB-5E6427C5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FC678-2D1F-7CD0-85C7-FE0F0D16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89C7-9F39-49E3-27DB-974D0D02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A5246-B3C2-8CFF-3B74-5C4FF012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1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8DBC-64CE-9A0B-1E50-2C10DCE1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A029C-887B-F873-5619-C8D3997AD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144A2-426D-73C5-6E5A-1C238DEE9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2F4A2-41FA-2463-49F9-172983AB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156F8-6DFA-AD38-7692-B538ADC4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152CF-4EA7-C4EE-1A29-342CC713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8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EF77-B52D-3B49-560B-9AC92FA7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ED66D-B588-694B-3B51-E8594B5B8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3317-C4B4-FE9A-F3E7-F94E7618E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0EA4A-A441-A3B5-8171-BC4AE7646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4412B-9AEA-8099-4EFA-E599EA7F1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0A76F-B22D-15E7-8607-75109B5B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7EDFB-6C2D-6BB1-69B6-F8E7303A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336BD-BAA3-EBEB-3462-80FCABA0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66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FAE9-3A24-8E6A-F52D-3470B38E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36623-FF1A-2B3E-A5F6-D21F3480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2E9F8-B356-223B-B04C-4E5BD60C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C4E6E-A73E-8385-DA79-CA449172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94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88CB5-A5A1-A04A-B724-F8931075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CCED0-D50B-CA81-BBD1-5BDF21B24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4F7DC-36EA-4CD4-059F-EF621036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5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2530-F2A9-0D0D-3326-A5008D20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C3E5-99B1-89EF-BCC7-075827D7D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EAF29-8395-92C3-A63D-8DE56823D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38387-3706-59D6-F905-51F908FF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0E13A-2529-69FE-9645-83DB692E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B43AE-F344-FF46-4301-2588BA18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41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8A7D-FAF1-8C60-E990-EEDFB811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88BF8-EE5A-AED9-7DAD-A64DECBA73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DF744-29AC-E7D2-88EF-8A9DE806B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AA0EF-DD75-8A8E-773F-D3475701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1FE7-D2E9-C4E7-70FD-44F78F9D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A3A7-4B5F-7735-6D08-A1FB99D4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06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871A-95D9-A7A1-A166-7EDFBF6B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9FA1F-CDB4-B082-2378-EE4D6FB45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18815-5611-1BA0-0F6C-88984E44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13B5-21D5-37F7-6555-A7D7423F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53C53-E3C2-3F08-B7CF-0D047641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1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63FE4-140F-D8E3-5C82-C4E5CD156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1363E-AC3B-A145-A9FD-B92ACAFA2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6F5BB-DFA0-2071-E4F7-12AAAB718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2E333-30AF-42DF-9BA7-6E967DD0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F0864-780D-2C6E-E8E6-013A8946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3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4506-0B68-25AB-E015-5BA00568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A368-079D-76B9-D30A-ABA8A72F0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757E1-6340-81E6-0586-059C244F8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6809D-37EE-4FC7-86F9-DC01C177121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0564-1E28-431C-2742-DA7ACC212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FDC6-C094-88AA-52C5-B7DC0891A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0C11C-4885-418E-B7F3-041199AA7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1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3BC3-9DAA-FA38-0EBB-694AA92C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EFD0-D205-9C03-A359-5C82FD08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counter is a special type of finite state machine. </a:t>
            </a:r>
          </a:p>
          <a:p>
            <a:r>
              <a:rPr lang="en-US" dirty="0"/>
              <a:t>A counter will traverse the states within a state diagram in a linear fashion continually circling around all states. </a:t>
            </a:r>
          </a:p>
          <a:p>
            <a:r>
              <a:rPr lang="en-US" dirty="0"/>
              <a:t>This behavior allows a special type of output topology called state-encoded outputs.</a:t>
            </a:r>
          </a:p>
          <a:p>
            <a:r>
              <a:rPr lang="en-US" dirty="0"/>
              <a:t>Since each state in the counter represents a unique counter output, the states can be encoded with the associated counter output value. </a:t>
            </a:r>
          </a:p>
          <a:p>
            <a:r>
              <a:rPr lang="en-US" dirty="0"/>
              <a:t>In this way, the current state code of the machine can be used as the output of the entire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77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0ED4-B4C8-9008-E69E-E85018A9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2-Bit Binary Up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610E9B-C362-AD5C-5C79-028308849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37998"/>
            <a:ext cx="9876183" cy="53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6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846A-E0D6-F253-720A-6A3EBC7C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2-Bit Binary Up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D976A0-FCF9-BF18-03C6-A4BF38027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625" y="1825625"/>
            <a:ext cx="96527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8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27BA-A5BE-08FD-A3EA-DB8413CC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6292"/>
          </a:xfrm>
        </p:spPr>
        <p:txBody>
          <a:bodyPr/>
          <a:lstStyle/>
          <a:p>
            <a:r>
              <a:rPr lang="en-IN" dirty="0"/>
              <a:t>2-Bit Binary Up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419E49-890C-DC88-B21F-C36AE4E1F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744" y="1253330"/>
            <a:ext cx="9718126" cy="52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4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A2DC-C60F-8257-9B03-D244248D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2-Bit Binary Up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E2C65-4C13-5BFC-7746-4536E4DDB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966" y="1487695"/>
            <a:ext cx="10389834" cy="53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2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Counters</vt:lpstr>
      <vt:lpstr>2-Bit Binary Up Counter</vt:lpstr>
      <vt:lpstr>2-Bit Binary Up Counter</vt:lpstr>
      <vt:lpstr>2-Bit Binary Up Counter</vt:lpstr>
      <vt:lpstr>2-Bit Binary Up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2026-05-08T03:33:20Z</dcterms:created>
  <dcterms:modified xsi:type="dcterms:W3CDTF">2026-05-08T03:34:19Z</dcterms:modified>
</cp:coreProperties>
</file>