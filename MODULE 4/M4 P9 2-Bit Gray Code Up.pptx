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31" r:id="rId2"/>
    <p:sldId id="523" r:id="rId3"/>
    <p:sldId id="533" r:id="rId4"/>
    <p:sldId id="534" r:id="rId5"/>
    <p:sldId id="53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5A9F-ADB4-0550-4E3D-8523258EF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07EA8-D416-26F1-AEA1-C763AEE1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0F2BA-8C30-F286-937B-D1352EF8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A7932-300C-E4D1-06E5-3CE1C4CA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78577-02E2-C05A-2D10-A0FC309D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528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B33A-E86F-5A22-6D48-EBEA1D1E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3CE3B-E597-2843-E47E-DAAF4D080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AB55E-15D3-F537-92CF-C5CFEAB19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C4994-C771-0133-9EF9-C1F14FC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D7B95-8A09-3E8C-0797-D3A3B4BE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10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6200-83EF-DE46-F73C-E804E4924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0CACA-7AAC-57C1-3F22-481E31E5E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D5409-B1A6-6463-C95C-35BC4F76E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47936-37A3-2ACE-4637-477C8DE7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6122-73E5-03DC-51EE-C98D801F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630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8885-2D7C-59D1-58FC-53E601801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CD3E9-2645-A65A-0D3A-74EC04481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633FD-29F8-460E-6688-017AB0EC3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D2CD7-F566-5EDA-B085-E6E11BBF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B35E7-0BA4-EA1E-B8B1-9ADCD6D4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CA927-8A53-BE70-CED2-ABB29852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47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91EF-1830-6161-72A2-139C9002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091C4-9C54-C7DC-0BBF-1884518C0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D5C28-3DF8-BA8C-0601-A26F548CA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FBA1B-2627-4F44-787E-A5FD6D1AF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F1E7A6-0F2D-EF75-5D35-1841F314F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91BFC-6501-63D6-D041-CBD0D820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90DDB-B13F-A190-3602-EDB724C2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DBA28-BC2B-4BBA-D751-DD8E0A8F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06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18E3-2514-ED28-AAC4-C590DC126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0C682-2ADF-B42F-DD00-40B6F2D0F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EA0A2-921E-C44F-8033-E4F8DAC3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BD109-3FF4-CB74-34E6-6F633BC8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943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DBAF8-DAC1-66AB-B54D-0346328C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4F56C4-B2BD-0742-E135-ED6D46A0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85C36-D3FB-3265-42F1-4EDC88AA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82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55B6-74A1-0860-3AB5-05EE4FDD5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B4E71-4C94-AEC5-3B6D-BA9E6A65F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B8088-66A8-2088-594D-9494266E8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3AC7B-8B16-2F6A-96C0-7A615A2AA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47604-F1E4-929E-7CDA-53077343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2E870-8967-A24C-9DA2-DC842CB2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90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08BB-74E3-328F-4F6D-B00F1DA8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D9923-925D-52AB-B42C-000A75B20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73E07-4ECE-3A0E-CBF3-DF4F63A2C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5188B-E354-FD0D-9873-1A6497F1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8C7F1-025E-8AFF-BA07-D699118C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C0BD5-5FA0-5864-B488-FF313766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599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798F-9D2B-BF4F-A822-5595586C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7DBA0-D977-08BB-166C-61F0F8330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03035-7B30-2E6F-507A-C08500B4E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EE62A-795B-3D60-76CB-97FDE2747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54166-20C2-5B8C-BD5D-0BB8648D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295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36777-0265-C42F-6AD9-D8FA6A40D5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0A28E-9440-3B3B-F92C-E0E0498D3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A0474-813A-35A8-846C-56061745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5B17E-3AA9-1D64-118D-D1C52FB3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4086F-1A48-E23A-6E01-AB5AC1163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04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0B3B7A-69A5-F935-7A4F-A56C10A20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2A76E-163A-CB9B-E565-031EEA57F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EC1E-07DA-D87B-6978-3458F8274C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9692F-A65D-4FEF-AB83-62903E021273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39AB5-5845-5A46-3817-106191E0E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11DA9-C887-2711-BCDE-755452E26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7CF31-F663-46FF-9316-9E1C18268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07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F2F-0280-8A75-A885-E0147AA1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2-Bit Gray Code Up/Down Counter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04471-3D90-7FDD-583D-294B9A106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type of counter, there is an input that dictates whether the counter increments or decrements. </a:t>
            </a:r>
          </a:p>
          <a:p>
            <a:r>
              <a:rPr lang="en-US" dirty="0"/>
              <a:t>This counter can still be implemented as a Moore machine and use state-encoded outputs.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058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B385-EBEA-6498-8596-F31D12FDF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38252" cy="499579"/>
          </a:xfrm>
        </p:spPr>
        <p:txBody>
          <a:bodyPr>
            <a:normAutofit fontScale="90000"/>
          </a:bodyPr>
          <a:lstStyle/>
          <a:p>
            <a:r>
              <a:rPr lang="en-US" dirty="0"/>
              <a:t>2-Bit Gray Code Up/Down Counter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6B34A03-598E-0B4A-DBC9-D70E86EB5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090130"/>
            <a:ext cx="10512287" cy="538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25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4B210-A9E3-BE97-49A7-893163DB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9D6E-DD52-E998-EC4B-F3354520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38252" cy="499579"/>
          </a:xfrm>
        </p:spPr>
        <p:txBody>
          <a:bodyPr>
            <a:normAutofit fontScale="90000"/>
          </a:bodyPr>
          <a:lstStyle/>
          <a:p>
            <a:r>
              <a:rPr lang="en-US" dirty="0"/>
              <a:t>2-Bit Gray Code Up/Down Counter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E45FAA-0C95-33AF-90DE-9507C6B15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498" y="1080189"/>
            <a:ext cx="10438753" cy="553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6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ECE89A-3462-5157-F3FA-099F161D5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4" y="547285"/>
            <a:ext cx="9859751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4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EED743-619C-544D-78F2-72B6921EB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56" y="0"/>
            <a:ext cx="9745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51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2-Bit Gray Code Up/Down Counter</vt:lpstr>
      <vt:lpstr>2-Bit Gray Code Up/Down Counter</vt:lpstr>
      <vt:lpstr>2-Bit Gray Code Up/Down Counter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2026-05-08T03:38:57Z</dcterms:created>
  <dcterms:modified xsi:type="dcterms:W3CDTF">2026-05-08T03:39:23Z</dcterms:modified>
</cp:coreProperties>
</file>