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20" r:id="rId2"/>
    <p:sldId id="521" r:id="rId3"/>
    <p:sldId id="522" r:id="rId4"/>
    <p:sldId id="52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C494B-A2B5-202F-1C40-EFC7A76D7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AD565-8C14-6C64-F92F-F128626D4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1B3F5-E939-6026-BDE1-725B9285C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1DB73-5F3D-4BF2-8127-5D4E0FB9BF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3CB09-7AF7-84C9-0149-21896B5B4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F6838-FFB0-C32E-6832-9FD378C46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4748-6F86-47B2-BA70-CF84BC58D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441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0A52F-1F20-85D1-5197-01B6528DD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736E7-4D34-BDFC-CA63-805B8A168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F8F21-2EC2-F301-1079-A8C52D8B5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1DB73-5F3D-4BF2-8127-5D4E0FB9BF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8FBAA-7014-4A92-8879-BD51BC98B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BC15D-B4F8-E292-E907-DEED1D01F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4748-6F86-47B2-BA70-CF84BC58D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378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2B02C-FB21-C093-6A16-773E24789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52552-464F-8ACC-C65D-389ED189D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C6172-1DA9-9408-CDAB-3AE7CEF7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1DB73-5F3D-4BF2-8127-5D4E0FB9BF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A3781-E51B-EB81-7B0B-EE484C8AB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B8C80-59BE-D9FB-0BE4-D9BABF172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4748-6F86-47B2-BA70-CF84BC58D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420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A7694-4ACB-5526-06D1-F538EDF52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52625-9005-C253-C41A-3DD8FFE9EC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2A0EC3-9924-2CB4-37DC-F8F0BBFB2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56B24-CE90-75BA-436C-33DA4D443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1DB73-5F3D-4BF2-8127-5D4E0FB9BF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4E225-80A9-765D-C73B-B0E76B0D1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E2ED0-A93E-DC74-97BD-A42C3F22A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4748-6F86-47B2-BA70-CF84BC58D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555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5F3DC-C796-E4BB-8710-F13F01E61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5EFC4-40B6-7AC1-777E-A4F05F19A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9D293-AAEA-0228-732C-6BE601B34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ABB9E8-423F-45AE-5130-F9B6FB77DC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23AB72-E932-43C2-8A23-F3763C822E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CEC9F0-C5BE-88D1-FD6F-ABD8114EB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1DB73-5F3D-4BF2-8127-5D4E0FB9BF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B989EA-5265-103E-D3B9-B2B9799CA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D0994-00B0-79CC-E037-FEA420B9C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4748-6F86-47B2-BA70-CF84BC58D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165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5DC49-E31F-64A5-0870-1ACAA4D30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72E019-AC2F-CF89-711E-8BC30CDDB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1DB73-5F3D-4BF2-8127-5D4E0FB9BF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BF976D-8B99-3570-B255-0BB8963E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2FA383-F207-2475-8D72-55DE3CD0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4748-6F86-47B2-BA70-CF84BC58D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891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75B0AB-36A9-2A1E-0D78-289118852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1DB73-5F3D-4BF2-8127-5D4E0FB9BF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B47E08-DA50-EF00-6E18-9E9C276A0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E3F0E-DF6D-072F-6FF5-DE8BE7AD7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4748-6F86-47B2-BA70-CF84BC58D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769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F39C7-DAE2-8402-3ADC-266CAB5FE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8A368-D0E1-07D5-AC5A-4E578DF73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12D136-C894-CF3D-08BB-AEBE25BE0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6FD20-87CF-B16E-0EEB-D4559B1F6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1DB73-5F3D-4BF2-8127-5D4E0FB9BF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6B0BB-B94C-23CE-DBD9-BA9A70522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344F6-D518-4D2D-4806-4A8861DC3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4748-6F86-47B2-BA70-CF84BC58D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099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BA0BF-1F0E-61C0-8A0B-5F51D541E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020318-D60C-8E11-CB96-4F070E9719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E223DE-D68C-E602-9160-9D6D6BB2D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70FD7-82FB-DD9C-D28F-9F960120D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1DB73-5F3D-4BF2-8127-5D4E0FB9BF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3801C-5180-C38B-274B-06F266A0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C2A03-5F09-3985-0425-426E4BB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4748-6F86-47B2-BA70-CF84BC58D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444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BE776-27E8-5114-DA16-CA4258FC1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D47B30-5612-B2CE-2C68-974C22F61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0575E-F819-340C-644D-FF574937B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1DB73-5F3D-4BF2-8127-5D4E0FB9BF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042D0-3DF8-65E6-E6B3-A284E8675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C9A21-516E-9E4D-81D5-9FA991B99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4748-6F86-47B2-BA70-CF84BC58D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30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B1B980-EAEF-56C9-7840-502DADFCAD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8C23EA-FD4B-8C0B-8984-9615D0387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5ACC-1C34-180D-8374-09C87E151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1DB73-5F3D-4BF2-8127-5D4E0FB9BF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E310A-4C0B-592E-8B70-62CA26D4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C9136-934E-8A71-2076-1D20929F9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54748-6F86-47B2-BA70-CF84BC58D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966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E55488-1C83-CAFC-83FD-85C56C55F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D04B9-4E4B-9973-97E2-D68AB8868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86235-9BD3-C1E9-4C8F-5B03FC7EE0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1DB73-5F3D-4BF2-8127-5D4E0FB9BF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3F417-F656-F983-3C8F-1330EDF8D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3861B-EB3A-D27C-5022-E992760D5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54748-6F86-47B2-BA70-CF84BC58D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266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7929-3BA6-1DD9-50D2-C3D5D0CCB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91" y="146464"/>
            <a:ext cx="10515600" cy="688423"/>
          </a:xfrm>
        </p:spPr>
        <p:txBody>
          <a:bodyPr>
            <a:normAutofit fontScale="90000"/>
          </a:bodyPr>
          <a:lstStyle/>
          <a:p>
            <a:r>
              <a:rPr lang="en-US" dirty="0"/>
              <a:t>2-Bit Binary Up/Down Counter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4A8244-6040-B480-6510-9B37E7A797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252" y="834887"/>
            <a:ext cx="10913322" cy="569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183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A14F3-4FE1-CAC0-9172-48086F4D0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8666"/>
          </a:xfrm>
        </p:spPr>
        <p:txBody>
          <a:bodyPr>
            <a:normAutofit fontScale="90000"/>
          </a:bodyPr>
          <a:lstStyle/>
          <a:p>
            <a:r>
              <a:rPr lang="en-US" dirty="0"/>
              <a:t>2-Bit Binary Up/Down Counter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389FD5E-AD35-A88F-E1F4-1442622B2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0347" y="1129694"/>
            <a:ext cx="10515600" cy="562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18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88A64-5376-EEDA-9C65-7B6AEEDB8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073348" cy="579092"/>
          </a:xfrm>
        </p:spPr>
        <p:txBody>
          <a:bodyPr>
            <a:normAutofit fontScale="90000"/>
          </a:bodyPr>
          <a:lstStyle/>
          <a:p>
            <a:r>
              <a:rPr lang="en-US" dirty="0"/>
              <a:t>2-Bit Binary Up/Down Counter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41F3FC-98E9-AC77-0339-C28F3DFEDA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6967" y="1110006"/>
            <a:ext cx="9478571" cy="556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099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2B68-9035-D922-06DF-2789D2896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1354-2EB0-F764-82D3-5D705B507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073348" cy="579092"/>
          </a:xfrm>
        </p:spPr>
        <p:txBody>
          <a:bodyPr>
            <a:normAutofit fontScale="90000"/>
          </a:bodyPr>
          <a:lstStyle/>
          <a:p>
            <a:r>
              <a:rPr lang="en-US" dirty="0"/>
              <a:t>2-Bit Binary Up/Down Counter</a:t>
            </a:r>
            <a:endParaRPr lang="en-IN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B034B46-BEE5-A944-DB37-F1B06BF636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119947"/>
            <a:ext cx="10214113" cy="557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113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2-Bit Binary Up/Down Counter</vt:lpstr>
      <vt:lpstr>2-Bit Binary Up/Down Counter</vt:lpstr>
      <vt:lpstr>2-Bit Binary Up/Down Counter</vt:lpstr>
      <vt:lpstr>2-Bit Binary Up/Down Counter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2026-05-08T03:34:45Z</dcterms:created>
  <dcterms:modified xsi:type="dcterms:W3CDTF">2026-05-08T03:35:22Z</dcterms:modified>
</cp:coreProperties>
</file>