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09" r:id="rId2"/>
    <p:sldId id="541" r:id="rId3"/>
    <p:sldId id="542" r:id="rId4"/>
    <p:sldId id="543" r:id="rId5"/>
    <p:sldId id="545" r:id="rId6"/>
    <p:sldId id="54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F6369-235A-35FA-E35E-2322D3DF1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1B751-B273-51A5-593A-3C1F448468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8130C-E212-DF61-7AEA-80B717A6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02BB7-119D-4CE8-63A8-92085D59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47FAB-B38C-ECD3-19AD-7DE22761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96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3C88F-0CF5-DB18-C88F-DC650166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18AEC-CE28-6EE4-9660-6924847A2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004A-79A5-B7DF-6E9B-17F59409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9CE9-717A-4730-EE61-D04F0E10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F51B0-0AEE-A1D1-7BCB-722668B9E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75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EDBD7-314E-77A3-8F02-426E0E00D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072A6-3CA3-B311-6D57-F8EEEEB30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36206-99B3-592B-9829-B23E52A4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EC9C8-32FD-E601-918B-A288ACF27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6A01-4BF4-38A0-9ED2-43B8C4E5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21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E2F7-7BB3-2F9B-C609-56028F05C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1C0D0-D813-9A5E-F7EF-0406161CE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A4F4-6FAD-CD7E-4742-B7925C680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62C2D-FD6F-2544-6D56-C13CB48CF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2F6AB-AC5A-DA87-FA68-2A93768B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8C7B8-ADEA-8406-4271-9BF14D0C7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11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9A09-6175-65F3-52A5-DB017E3A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84557-CBB6-2C33-62B1-C699B82C5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C033C-8479-7E71-BE8D-950565181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B33C4-EBE2-AAF7-0071-5A2F7F250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A3BB0-A35B-7DDB-DA4F-5A32ABC90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EF88C-E37D-B811-A04B-8E8E1C71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DB4DD-3FBD-BAFB-7484-051097B0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01428B-8147-E0F6-996A-C3DD764DF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5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16105-1440-A089-07F3-73737236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AB393A-0E32-3EFE-FA43-BED8F21C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AC6DD-052F-D620-8807-445FD5154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054AE-0260-F851-C95B-1B483C8E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58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BDFE6-E020-6972-4FE8-49779B81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67E23-5F09-44F1-639A-1D5E688C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7E673-8993-BD34-0370-8E3A656DE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094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AECA7-842D-BF66-3F8F-11D36105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E5980-BA7F-CBAE-4AD8-8D2AAE250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C7B870-A50D-B714-C833-F8B92983D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9CAE1-7DC6-5BA6-DF04-7757EF9F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EA5D4-6302-588F-FB41-477B148A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31BED-EB64-4262-63A3-F3E88E58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5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4FDCD-96FA-8A63-7904-9B3FA349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95FECC-84B4-70BD-98AC-8533C9116E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9C12E-4A5D-8094-B646-FD8D712CC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B1435-75A3-232B-22F4-31349DF6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D8DE6-4F44-6E9A-3042-74D5B85DB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0887F-BE10-10C3-79A3-12B6F63E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146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E796-D1BF-B870-1249-16C1188E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C29E8-1525-C022-68B7-BA031C6BC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0FE9E-CE9D-896F-E611-F387132B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7D462-3DB8-2200-7D49-664A977B6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48B61-84A4-EEF9-1BE3-04B4E3D98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06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E3E09-B33E-C08C-938A-D3E029412C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B0CFD-EE2D-082C-270E-1DA65F8A1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82B7D-2419-616A-5990-580DE55A5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3EB40-514A-38F4-2632-E873BAE7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CFFA8-E3A3-AD0C-AD20-918F24BD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03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AC532-9072-8DC1-4F26-FB1771102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B1B9F-7295-55C9-7980-C486EE9F1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7CAA5-5DCF-D8DA-73CC-872B73610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2F683-EF4B-4615-825B-E99F4E9162F0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9376-AE66-0C4F-1303-F6225E440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CEFAB-33E3-618A-804B-444BDDCC7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696EB-DFFE-4EE5-8156-43DE3625F6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25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71034-DC3A-12E0-E6A6-F22FFFF9A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3-Bit One-Hot Up/Down Counter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77231-B9B0-812D-02F2-BC27FE4A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type of counter, there is an input that dictates whether the counter increments or decrements. </a:t>
            </a:r>
          </a:p>
          <a:p>
            <a:r>
              <a:rPr lang="en-US" dirty="0"/>
              <a:t>This counter can still be implemented as a Moore machine and use state-encoded outputs.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1966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0B3906-ECD8-0A40-C48D-0C10ED1EF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13" y="0"/>
            <a:ext cx="11461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63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A80DC-BE11-F2B8-C21F-BD87C7E45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" y="866417"/>
            <a:ext cx="12050807" cy="5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6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D1EE3B-AB2A-EF7E-53D1-A14E29AA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3" y="0"/>
            <a:ext cx="106845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483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268B8-F7F1-DDD8-FBA3-B06FAD78B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682" y="0"/>
            <a:ext cx="8714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2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9F7382-B245-2195-298A-87D4535A1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2057208"/>
            <a:ext cx="9840698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21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Widescreen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3-Bit One-Hot Up/Down Counter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2026-05-09T02:46:43Z</dcterms:created>
  <dcterms:modified xsi:type="dcterms:W3CDTF">2026-05-09T02:47:33Z</dcterms:modified>
</cp:coreProperties>
</file>