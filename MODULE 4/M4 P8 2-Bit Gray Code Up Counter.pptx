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25" r:id="rId2"/>
    <p:sldId id="527" r:id="rId3"/>
    <p:sldId id="528" r:id="rId4"/>
    <p:sldId id="529" r:id="rId5"/>
    <p:sldId id="53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0983-84FA-1B65-B782-4A90B7E00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41807-DD6E-32A5-0A3F-9E034583C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96709-93E5-6C0F-9682-DB2E3768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12AF-ED34-5DE1-E116-DADE3693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E4C1-1DF3-2BA0-7F6A-3B76EE57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6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47E7-87C1-EE72-AD59-19301B2A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CA90-2DB3-BD0A-F46C-8328A3680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46389-D8A2-3B6E-50EC-23DC17D9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4F0D3-4BA6-5328-8A15-14AE6B2A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209A-D4BA-A5B5-8D0D-DAACAED8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5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4F0E-20F8-6795-1B7F-C5760E11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0354-2E75-E994-0169-BAEB05644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8503-DF78-6CEF-3A94-C9903BB1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F71A-AF9A-F2C2-EE15-5E7F7D8B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33065-BC57-F7AB-E582-2191D9BB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2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6D21-483D-C40F-54E5-7F933153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4E494-1720-9A6C-77A5-D800A90B6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7BDE6-CAE1-FF83-6A31-824E637E4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4FE84-8026-95A7-3A51-FC8C18F2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CE981-8F1F-0574-2797-03F6BC18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F3614-8353-56D5-D68E-11499F0B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87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52FB-4F10-1E31-C4F6-CA46F4D1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80980-F004-B4A4-015F-6B63A0051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9975-0FED-39CD-0291-7FBD4221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857E4-5159-3113-ABED-FE8D0036D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2417C2-FA4C-694F-64C3-BB246C43E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10BEC-3CF0-844E-A4C5-5649AC44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465A6-7D48-CB6A-08FA-0ACF3771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360A0-78C8-5EF7-AB6B-9A1BF520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10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8B46-CA85-6024-4A31-8042A3E3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99C53-038A-64D8-21D1-30D9411E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582F0-63A6-E02F-B2BA-E7EFB31C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064B9-8BE1-409B-8581-60A3DC0E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15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55DE2-0A99-E6C4-C899-7DEA40E0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2EA87-31DA-8A8A-CDCE-EFA4F2B7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0C743-7009-49F9-B8DD-C708F474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39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5562-3C1D-FB62-42C2-D6EF129F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7290A-9C14-927D-D83D-52793A01B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436BC-0F23-7C5C-1C7C-1A97995EE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41783-4357-7884-F1E4-0C6B7C17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04139-E7DA-71D0-86CF-FC97B832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15400-8350-3FEC-3314-69C002F2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70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68BB-A347-01A3-803C-4465CAF2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BAD3A-EEEC-E957-5F03-ABD580ED5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3968-E04B-2398-3AF1-3D7783057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F413C-602B-71C6-47B9-ACBD677A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724E5-9203-61FE-7DBD-D5E2D426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CE788-A57E-E79D-B8EF-2CCC0116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62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9662-45D6-9DFB-31A3-851F1DC2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97D02-6755-B4E6-CA19-CBAD346F1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1561-9815-4D5E-3A49-DED933DB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FD97-BC52-EACF-C4E4-4463F26B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1CBF-3FE6-3F05-D88C-98FE8EFE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45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7B45C-30F0-DC9B-C649-34E66830F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072E-CEDE-F825-A23B-8FE128B39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F83B-6D82-2EB1-09C9-523293E8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7E66E-328A-8BB3-A489-58587ACF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5E127-E0F9-2DE5-7DCF-AA6F1E90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2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685CD-DC8C-4464-64A0-D9044DB3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45AF-1719-2503-86B0-52D859045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7D38F-2652-E99A-7FBB-D6E22F9A9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66966-E2D2-40D4-9A0A-363553BD8AE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5A693-34FD-C94A-D276-048DB45D9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1AC62-179C-C60B-F1DC-F74E72447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BA82A-EDDE-41F7-975A-7DE35130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01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810F-9BF6-76ED-E693-D0F7FD51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Gray Code Up Counter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3F1A6-B907-FE0D-4388-FCE74C99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gray code counter is one in which the output only differs by one bit from its prior value. </a:t>
            </a:r>
          </a:p>
          <a:p>
            <a:r>
              <a:rPr lang="en-US" dirty="0"/>
              <a:t>This type of counter can be implemented using state-encoded outputs by simply encoding the states in gray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64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F5377E-DB1E-7556-B6E5-C8E97B9EA89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56592" y="189051"/>
            <a:ext cx="9889434" cy="632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2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C77ED-BE01-4ECC-5312-BC84F6AB4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52" y="966639"/>
            <a:ext cx="11152629" cy="53148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A686DE-4DBD-8E2A-8B00-BF3EF8DA954D}"/>
              </a:ext>
            </a:extLst>
          </p:cNvPr>
          <p:cNvSpPr txBox="1"/>
          <p:nvPr/>
        </p:nvSpPr>
        <p:spPr>
          <a:xfrm>
            <a:off x="822462" y="202960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2-Bit Gray Code Up Counter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2471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1F818-1EC2-070C-3055-1266DEF1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490127"/>
            <a:ext cx="9783540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3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9C990-60FD-88B5-3D46-BA7C7D73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37" y="0"/>
            <a:ext cx="9845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3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2-Bit Gray Code Up Counter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2026-05-08T03:37:27Z</dcterms:created>
  <dcterms:modified xsi:type="dcterms:W3CDTF">2026-05-08T03:38:01Z</dcterms:modified>
</cp:coreProperties>
</file>