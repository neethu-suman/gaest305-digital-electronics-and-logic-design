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532" r:id="rId2"/>
    <p:sldId id="536" r:id="rId3"/>
    <p:sldId id="537" r:id="rId4"/>
    <p:sldId id="538" r:id="rId5"/>
    <p:sldId id="53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835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8E02A-6A38-DE65-B425-452B19941F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6C7D54-5F5F-8E5E-4D96-9D78070710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655F7F-2553-A6D8-1977-48B18480A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07DA5-BD12-459E-9F5E-8743CB99E5AD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5DC829-2FAA-C68A-D7FA-1B19A0D3B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1304E7-E2B9-AEFC-DB47-F38C7AB75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77CF9-EFB5-4BBA-A0A3-9B47796F23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82694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72891-FC70-001C-CE77-11E16C5DC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7A9BF6-062B-59EA-8011-E74771B235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9C8F83-3D99-FD54-3ECD-484FB686D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07DA5-BD12-459E-9F5E-8743CB99E5AD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9D9777-71D3-DC18-A9DE-595EC0222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C2E78B-6E68-C179-A160-82AE9DBD2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77CF9-EFB5-4BBA-A0A3-9B47796F23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42158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EDE24-F9A3-8048-0798-3C3C4BD966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178A57-113C-5CD9-0730-B09EE4E3DD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4E8381-90CA-A0F2-2FF8-462098EA9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07DA5-BD12-459E-9F5E-8743CB99E5AD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03A09A-D310-9D47-81A9-983496D97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E64B7D-EDDE-96C3-1393-849E97B47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77CF9-EFB5-4BBA-A0A3-9B47796F23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25334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31E27-5E90-02CF-E7B5-50CFDEBE0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0887E-166A-92EF-B683-53524E722B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C61B1-1681-2483-CC0E-995B5B9DEE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A6DF17-1543-3619-E469-C2CD38908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07DA5-BD12-459E-9F5E-8743CB99E5AD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73FB9F-732E-D4DC-FE3B-825491418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7345AA-8811-ECB4-6D45-54773C891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77CF9-EFB5-4BBA-A0A3-9B47796F23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22287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9B4F3-FD6D-ADD1-2079-16DE2DF9BD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86035D-F75D-9EAA-7CA1-169CB2CB28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89DA0-0FF1-6C75-40ED-BDF20E8A21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80061E-05D8-730E-7478-7BC8EECA15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84B27B-1252-6EFE-CA7E-86ED1F177D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160FDB-EAF7-ADCB-2FF3-F357F3479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07DA5-BD12-459E-9F5E-8743CB99E5AD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5E6553-5300-A41F-0CE6-C7C471776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5546EA-82AD-7A3D-B04E-50C71C18C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77CF9-EFB5-4BBA-A0A3-9B47796F23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89845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1C5A9-0369-7140-882A-4B7C3460A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2A4C1F-B992-D435-1169-A29AA325A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07DA5-BD12-459E-9F5E-8743CB99E5AD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F74499-FA2D-C99C-63A7-7EFAD6C4E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647E47-B0DC-4C3D-DC40-91CA7CD69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77CF9-EFB5-4BBA-A0A3-9B47796F23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5408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E81253-03F5-BB7D-FDF8-3ACEE28E5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07DA5-BD12-459E-9F5E-8743CB99E5AD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7AB47E-93FD-73A8-B39F-941E8EAD5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894DF9-841C-0DB8-63AE-085A1C010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77CF9-EFB5-4BBA-A0A3-9B47796F23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90173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246F7-609A-DD9E-9A79-3A1C58C02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85FC17-40FE-3E93-AFE1-41A32C64F4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0B4A06-7ED1-C58A-6E81-27D547C655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D5B071-E7EA-C639-1112-418F8EEF3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07DA5-BD12-459E-9F5E-8743CB99E5AD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AEC787-A3AA-6A6D-FA62-A21D14A5B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E5FDC3-B7B9-B9F0-454A-6003C0046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77CF9-EFB5-4BBA-A0A3-9B47796F23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90037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DB003-652B-5138-ED8F-156329FF2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5172E5-61F1-FD9E-5305-0980BF8D2C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33C988-F3BF-B9B8-B010-A6250F338A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AA4F9F-3E8A-E56E-9208-7E8C7BDA7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07DA5-BD12-459E-9F5E-8743CB99E5AD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7BC7FA-FE76-8046-88DA-BD813D18A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F40BE4-04D7-9CA6-4098-888EF6B94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77CF9-EFB5-4BBA-A0A3-9B47796F23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60372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04F9B-E784-59DD-D8D3-11CC4BA52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7C7FDB-0C98-02E8-D7A5-CF7BAFFD4C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7751AB-CC1C-1654-59A4-4053A4100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07DA5-BD12-459E-9F5E-8743CB99E5AD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A15619-A192-D508-F39D-AA3DDDE38A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84CB21-D70F-4AE8-EF9E-4237FB004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77CF9-EFB5-4BBA-A0A3-9B47796F23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82107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69B37E-A34D-2FD6-62C0-79858C860C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33CA5C-3CEE-5D32-B55A-26A681460E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AD4ABC-1781-554C-5192-BC32D884B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07DA5-BD12-459E-9F5E-8743CB99E5AD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B1239A-3DC7-DED5-E710-95EDEAE2F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412041-DF42-3F91-6C67-8375DBE81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77CF9-EFB5-4BBA-A0A3-9B47796F23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01546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DC7C97-52C8-BA34-C770-BBF356A03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4FA30A-6ACC-FDA2-F858-E4FA04056A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F1E71B-CD1B-B1D7-65E5-B41C46283D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507DA5-BD12-459E-9F5E-8743CB99E5AD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DFA4F1-6EB6-E226-708B-4EA5B7ECDF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637B64-85F3-5687-230D-95B0932D7E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B77CF9-EFB5-4BBA-A0A3-9B47796F23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16035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430B6-15E4-AFC4-9A9A-ED2EF4CA7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3-Bit One-Hot Up Counter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3F95D0-4DE9-2502-2F5E-05A1217456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A one-hot counter creates an output in which one and only one bit is asserted at a time. </a:t>
            </a:r>
          </a:p>
          <a:p>
            <a:r>
              <a:rPr lang="en-US" sz="2400" dirty="0"/>
              <a:t>In an up counter configuration, the assertion is made on the least significant bit first, followed by the next higher significant bit, and so on (i.e., 001, 010, 100, 001…). </a:t>
            </a:r>
          </a:p>
          <a:p>
            <a:r>
              <a:rPr lang="en-US" sz="2400" dirty="0"/>
              <a:t>A one-hot counter can be created using state-encoded outputs. For a n-bit counter, the machine will require n D-Flip-Flops. </a:t>
            </a:r>
          </a:p>
        </p:txBody>
      </p:sp>
    </p:spTree>
    <p:extLst>
      <p:ext uri="{BB962C8B-B14F-4D97-AF65-F5344CB8AC3E}">
        <p14:creationId xmlns:p14="http://schemas.microsoft.com/office/powerpoint/2010/main" val="1909970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52307F4-7BD4-0AAE-1BB3-939BFCD9F9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338" y="0"/>
            <a:ext cx="115493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2159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C23D3F0-C92F-4B30-4980-AB43CC2C3E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728" y="999786"/>
            <a:ext cx="11774543" cy="485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0697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704252B-AC3A-3AFE-9DDF-F79A8BE2D0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390" y="0"/>
            <a:ext cx="1180521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94359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046834E-5452-360E-345F-FA4E8C4EB2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12" y="61855"/>
            <a:ext cx="12003175" cy="6754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9022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86</Words>
  <Application>Microsoft Office PowerPoint</Application>
  <PresentationFormat>Widescreen</PresentationFormat>
  <Paragraphs>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3-Bit One-Hot Up Counter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Neethu Suman</dc:creator>
  <cp:lastModifiedBy>Neethu Suman</cp:lastModifiedBy>
  <cp:revision>1</cp:revision>
  <dcterms:created xsi:type="dcterms:W3CDTF">2026-05-09T02:45:18Z</dcterms:created>
  <dcterms:modified xsi:type="dcterms:W3CDTF">2026-05-09T02:46:03Z</dcterms:modified>
</cp:coreProperties>
</file>