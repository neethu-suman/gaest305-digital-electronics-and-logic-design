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0" r:id="rId2"/>
    <p:sldId id="358" r:id="rId3"/>
    <p:sldId id="361" r:id="rId4"/>
    <p:sldId id="362" r:id="rId5"/>
    <p:sldId id="363" r:id="rId6"/>
    <p:sldId id="359" r:id="rId7"/>
    <p:sldId id="366" r:id="rId8"/>
    <p:sldId id="365" r:id="rId9"/>
    <p:sldId id="364" r:id="rId10"/>
    <p:sldId id="351" r:id="rId11"/>
    <p:sldId id="367" r:id="rId12"/>
    <p:sldId id="368" r:id="rId13"/>
    <p:sldId id="369" r:id="rId14"/>
    <p:sldId id="370" r:id="rId15"/>
    <p:sldId id="371" r:id="rId16"/>
    <p:sldId id="3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32B8-F94D-AFC7-C5A3-452E7EA77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3055E-FDEB-F554-408E-2CE6D3B30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6BB30-7FA8-01AA-FB4C-5052BE4F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7C9D-8C47-4B96-B4D6-40BBFE25A8AF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B6B57-D226-B7BB-77DA-4A7469984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E9FD2-A44A-198C-4B3B-80D506B1E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E054-3376-4BD9-8035-C2CDC138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211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7E377-FF1B-3B6C-567E-51B7EAF23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7AA34-B87A-99D8-C7C9-A05574069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E4A2A-2F6F-8D34-C11E-1F64C6FA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7C9D-8C47-4B96-B4D6-40BBFE25A8AF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A8CC1-C7B5-7B98-B454-B7CD6BDE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5E6F5-066A-886B-FDFE-D2FE8F74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E054-3376-4BD9-8035-C2CDC138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695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3EE14-A60B-3A44-3E1C-8BC4F89D8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33C4F-6949-74D5-38A1-067E14032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6A87A-278F-C84D-297E-B9084CC6C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7C9D-8C47-4B96-B4D6-40BBFE25A8AF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DD5AA-1A97-0F8B-8488-8AA045B9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CBAFD-669B-F4C6-959E-90A9B7F13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E054-3376-4BD9-8035-C2CDC138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942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279-A748-4421-2B4A-440435DF0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27266-1047-126D-62D0-5248C484C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B67C4-4CC3-33D2-E3AB-6A29BBF2D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5A8D5-7E0C-1EAA-0046-C2A4E0C43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7C9D-8C47-4B96-B4D6-40BBFE25A8AF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12326-10A7-D799-B4A9-F9E8108A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2C54A-7C48-3C71-DBE7-A85A992C2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E054-3376-4BD9-8035-C2CDC138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904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B0C6-51F2-D6A8-F433-2CB934E36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92F25-1646-9E88-D36F-28D817D27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54238-741F-F0B8-E043-2C4C814D9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8BA85-908D-BDF5-3E17-691BD5C7D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3F4B9-B308-47A9-A0CB-F05D79E1C0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8A1650-1FD7-FF2E-89D0-757FEB04D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7C9D-8C47-4B96-B4D6-40BBFE25A8AF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B7B27E-F9C0-3D2A-2F04-1AD5CFD5B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40C99C-A1AC-DF55-6326-1697B88C7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E054-3376-4BD9-8035-C2CDC138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166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39CE-EB3E-2F2B-9A84-35A88391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0BD17C-E9B4-90F1-E1EA-8D35824E4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7C9D-8C47-4B96-B4D6-40BBFE25A8AF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EDDC64-BA28-6012-0B0E-E2E58C5D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AEC428-1791-4005-68D6-2CE5018B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E054-3376-4BD9-8035-C2CDC138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018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7AD0CB-037C-5DF4-2E0C-A743F596F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7C9D-8C47-4B96-B4D6-40BBFE25A8AF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6BDF48-E797-4A2E-C33D-C610ADE71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FF085-C34F-1321-5A10-9DA3C4FB7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E054-3376-4BD9-8035-C2CDC138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33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AB24-D060-5AFD-9313-41564B965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4661-124A-E102-5F90-ADF41A002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42988-AB8E-EC9D-2A9E-136FA387F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CE7E1-ADBF-33DD-9703-B0A7F0FAB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7C9D-8C47-4B96-B4D6-40BBFE25A8AF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EEE08-D182-D42A-6216-27DD1A0D0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C7E83-F3B3-FBD7-9F45-86013CE2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E054-3376-4BD9-8035-C2CDC138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37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23D3C-A929-199B-78DB-BC9BFFE7E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A77186-D0CC-B442-D04C-5E35429DD6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F3E0B-23EC-BDB7-7C63-E6D448CC8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E3A83-A658-A220-7860-062BDD55B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7C9D-8C47-4B96-B4D6-40BBFE25A8AF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6E2C7-46C4-1927-E442-248DB2A3A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495B7-CC21-46BF-E7CA-F6966F16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E054-3376-4BD9-8035-C2CDC138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640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4780F-28CC-F183-214A-AD4353E7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2A6EDA-ABBD-C368-C803-27651F2B7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9B013-5A54-2797-DA96-60DDE1470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7C9D-8C47-4B96-B4D6-40BBFE25A8AF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8DB42-9A30-AC50-4858-E2E1B960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AE920-B362-6F6C-E78F-C01505E87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E054-3376-4BD9-8035-C2CDC138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098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371CDA-00DC-8CDF-AF1D-19C16B9EB3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C4A545-AD59-D2A1-E7EC-8DE5AF7A1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41080-64CE-32BA-704A-0665E864D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7C9D-8C47-4B96-B4D6-40BBFE25A8AF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7CA6D-85F8-F59D-5913-D9572014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551AE-6F89-DC97-9F20-B0FF9055C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E054-3376-4BD9-8035-C2CDC138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140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A7A177-151B-8EE4-36AA-CA1947CC5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B61EF-84E4-8FEE-82A5-31FF6FE6E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F21D4-E4EA-B000-466E-90B7F36EC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37C9D-8C47-4B96-B4D6-40BBFE25A8AF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B56F1-A2A3-0664-27B1-C023FCBB91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EF5ED-5C86-66DA-C4F3-5886F11B5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2E054-3376-4BD9-8035-C2CDC138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192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6180-3C7E-0EDF-EC59-6408D356B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Gray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FF0AE-A4A4-3434-895E-ED7769B9F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220"/>
            <a:ext cx="10515600" cy="4610743"/>
          </a:xfrm>
        </p:spPr>
        <p:txBody>
          <a:bodyPr>
            <a:normAutofit/>
          </a:bodyPr>
          <a:lstStyle/>
          <a:p>
            <a:r>
              <a:rPr lang="en-US" sz="2400" dirty="0"/>
              <a:t>Exhibits only a single bit change from one code word to the next in sequence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FD88D-7A0D-3EE2-AF77-70CFFF540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17" y="2247257"/>
            <a:ext cx="10450383" cy="46107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5779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2968-6F79-1D6A-B4A0-F0530023F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to Gray Code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996FE-E8AA-0521-8625-023049D73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118574" cy="4486275"/>
          </a:xfrm>
        </p:spPr>
        <p:txBody>
          <a:bodyPr>
            <a:normAutofit/>
          </a:bodyPr>
          <a:lstStyle/>
          <a:p>
            <a:r>
              <a:rPr lang="en-IN" sz="2400" dirty="0"/>
              <a:t>The following rules </a:t>
            </a:r>
            <a:r>
              <a:rPr lang="en-US" sz="2400" dirty="0"/>
              <a:t>explain how to convert from a binary number to a Gray code word: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The most significant bit (left-most) in the Gray code is the same as the corresponding MSB in the binary number.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Going from left to right, add each adjacent pair of binary code bits to get the next Gray code bit. Discard carries.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103FF-18BA-478E-F16C-42C5BF19B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52" y="3612316"/>
            <a:ext cx="9488224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403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64773-6F80-6A68-BDE6-CF440F46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Gray-to-Binary Code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31445-71AD-5953-D26E-3C18C9383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The following rules apply: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The most significant bit (left-most) in the binary code is the same as the corresponding bit in the Gray code.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Add each binary code bit generated to the Gray code bit in the next adjacent position. </a:t>
            </a:r>
            <a:r>
              <a:rPr lang="en-IN" sz="2000" dirty="0"/>
              <a:t>Discard carries.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F6D0B-DBC4-CAEC-0FCF-50EFA9CCA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52481"/>
            <a:ext cx="9278645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746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DD46-4016-86F9-E521-F12233438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Four-bit binary to Gray conversion logic.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6CE2F-9831-ACF9-738B-CF0DE41566A7}"/>
              </a:ext>
            </a:extLst>
          </p:cNvPr>
          <p:cNvSpPr txBox="1"/>
          <p:nvPr/>
        </p:nvSpPr>
        <p:spPr>
          <a:xfrm>
            <a:off x="981489" y="1825625"/>
            <a:ext cx="6097656" cy="394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IN" sz="2400" b="0" i="0" dirty="0">
                <a:solidFill>
                  <a:srgbClr val="000000"/>
                </a:solidFill>
                <a:effectLst/>
              </a:rPr>
              <a:t>K-Map for Gray Code Bit G</a:t>
            </a:r>
            <a:r>
              <a:rPr lang="en-IN" sz="2400" b="0" i="0" baseline="-25000" dirty="0">
                <a:solidFill>
                  <a:srgbClr val="000000"/>
                </a:solidFill>
                <a:effectLst/>
              </a:rPr>
              <a:t>0</a:t>
            </a:r>
            <a:endParaRPr lang="en-IN" sz="2400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11DAC7-58C1-6ACB-174B-007DCA00C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89" y="2323290"/>
            <a:ext cx="3610479" cy="31817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AB99FE-0526-B593-D20B-A6C55008E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89" y="5788479"/>
            <a:ext cx="3848637" cy="4096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91ACEB-32B3-607E-8A5B-3BDB975C0D4B}"/>
              </a:ext>
            </a:extLst>
          </p:cNvPr>
          <p:cNvSpPr txBox="1"/>
          <p:nvPr/>
        </p:nvSpPr>
        <p:spPr>
          <a:xfrm>
            <a:off x="6010689" y="1727760"/>
            <a:ext cx="6097656" cy="394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IN" sz="2400" b="0" i="0" dirty="0">
                <a:solidFill>
                  <a:srgbClr val="000000"/>
                </a:solidFill>
                <a:effectLst/>
              </a:rPr>
              <a:t>K-Map for Gray Code Bit G</a:t>
            </a:r>
            <a:r>
              <a:rPr lang="en-IN" sz="2400" b="0" i="0" baseline="-25000" dirty="0">
                <a:solidFill>
                  <a:srgbClr val="000000"/>
                </a:solidFill>
                <a:effectLst/>
              </a:rPr>
              <a:t>1</a:t>
            </a:r>
            <a:endParaRPr lang="en-IN" sz="2400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EC5AA7-DF1C-8AD1-3F94-002BECCFD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689" y="2062949"/>
            <a:ext cx="3505689" cy="33532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17AAEC-891C-DDA4-60E8-E3FF568E6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214" y="5751406"/>
            <a:ext cx="3848637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2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A8EF-C3EC-820A-8FAD-9D00605BF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Four-bit binary to Gray conversion logic.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86A39-E745-AE7E-AD85-5F83D031B383}"/>
              </a:ext>
            </a:extLst>
          </p:cNvPr>
          <p:cNvSpPr txBox="1"/>
          <p:nvPr/>
        </p:nvSpPr>
        <p:spPr>
          <a:xfrm>
            <a:off x="941732" y="1690688"/>
            <a:ext cx="6097656" cy="394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IN" sz="2400" b="0" i="0" dirty="0">
                <a:solidFill>
                  <a:srgbClr val="000000"/>
                </a:solidFill>
                <a:effectLst/>
              </a:rPr>
              <a:t>K-Map for Gray Code Bit G</a:t>
            </a:r>
            <a:r>
              <a:rPr lang="en-IN" sz="2400" b="0" i="0" baseline="-25000" dirty="0">
                <a:solidFill>
                  <a:srgbClr val="000000"/>
                </a:solidFill>
                <a:effectLst/>
              </a:rPr>
              <a:t>2</a:t>
            </a:r>
            <a:endParaRPr lang="en-IN" sz="2400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098346-C475-A60D-0D13-B6B2E3E20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32" y="2313307"/>
            <a:ext cx="3781953" cy="33246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BCFBBE-25EA-7A34-C61B-B18DC4167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104" y="5789305"/>
            <a:ext cx="3829584" cy="4477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A6C955-FFE9-FBC4-55BB-A747899480D8}"/>
              </a:ext>
            </a:extLst>
          </p:cNvPr>
          <p:cNvSpPr txBox="1"/>
          <p:nvPr/>
        </p:nvSpPr>
        <p:spPr>
          <a:xfrm>
            <a:off x="5861601" y="1655300"/>
            <a:ext cx="6097656" cy="394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IN" sz="2400" b="0" i="0" dirty="0">
                <a:solidFill>
                  <a:srgbClr val="000000"/>
                </a:solidFill>
                <a:effectLst/>
              </a:rPr>
              <a:t>K-Map for Gray Code Bit G</a:t>
            </a:r>
            <a:r>
              <a:rPr lang="en-IN" sz="2400" b="0" i="0" baseline="-25000" dirty="0">
                <a:solidFill>
                  <a:srgbClr val="000000"/>
                </a:solidFill>
                <a:effectLst/>
              </a:rPr>
              <a:t>3</a:t>
            </a:r>
            <a:endParaRPr lang="en-IN" sz="2400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417B6B-52FC-FEEE-AC27-B8A79872D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601" y="2398888"/>
            <a:ext cx="3458058" cy="30770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0B22A0-1C83-7908-64D0-1D0D5E74A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824692"/>
            <a:ext cx="1324160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34F7237-59CF-F686-FC12-4F08FE1B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Four-bit binary to Gray conversion logic.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C623E5C-62A4-74BF-A273-3786EBBE0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690688"/>
            <a:ext cx="5181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This circuit can convert a 4-bit binary number into an equivalent gray code.</a:t>
            </a:r>
            <a:endParaRPr lang="en-IN" sz="24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E5F866A-E4F9-721C-9B1C-7D0A5D616A5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52" y="1536113"/>
            <a:ext cx="5539348" cy="4874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0935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65CCA-F5A7-30DF-4BC2-0F75832BC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Four-bit Gray to binary conversion logic.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DE6457-BDD5-1558-F132-38BDEB9518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091" y="1690687"/>
            <a:ext cx="9644092" cy="3348451"/>
          </a:xfrm>
        </p:spPr>
      </p:pic>
    </p:spTree>
    <p:extLst>
      <p:ext uri="{BB962C8B-B14F-4D97-AF65-F5344CB8AC3E}">
        <p14:creationId xmlns:p14="http://schemas.microsoft.com/office/powerpoint/2010/main" val="3079050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B71F-97FC-6CF6-D6A3-AE0E981C8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Four-bit Gray to binary conversion logic.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F4A91F-333C-1F61-E42F-7EE319A942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4676" y="1903913"/>
            <a:ext cx="7560176" cy="3902027"/>
          </a:xfrm>
        </p:spPr>
      </p:pic>
    </p:spTree>
    <p:extLst>
      <p:ext uri="{BB962C8B-B14F-4D97-AF65-F5344CB8AC3E}">
        <p14:creationId xmlns:p14="http://schemas.microsoft.com/office/powerpoint/2010/main" val="2242495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B9139-8494-7410-5728-7ADAD52B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Four-bit Gray to binary conversion logic.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387812-D108-71BE-CD09-6906099FA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6360" y="1777563"/>
            <a:ext cx="8823876" cy="4156098"/>
          </a:xfrm>
        </p:spPr>
      </p:pic>
    </p:spTree>
    <p:extLst>
      <p:ext uri="{BB962C8B-B14F-4D97-AF65-F5344CB8AC3E}">
        <p14:creationId xmlns:p14="http://schemas.microsoft.com/office/powerpoint/2010/main" val="4056711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A595-B0AF-A5E3-BBBF-F0E8481BA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Four-bit Gray to binary conversion logic.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993A634-2ED3-BED8-3F24-6EBA9E208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468" y="1487695"/>
            <a:ext cx="10515600" cy="5005180"/>
          </a:xfrm>
        </p:spPr>
      </p:pic>
    </p:spTree>
    <p:extLst>
      <p:ext uri="{BB962C8B-B14F-4D97-AF65-F5344CB8AC3E}">
        <p14:creationId xmlns:p14="http://schemas.microsoft.com/office/powerpoint/2010/main" val="4250635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857F4-0CB9-1D60-0627-42014B53E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Four-bit Gray to binary conversion logic.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FCC989-22C6-6EEE-E00E-83A9C8EBBF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1064" y="1690688"/>
            <a:ext cx="9932040" cy="4802187"/>
          </a:xfrm>
        </p:spPr>
      </p:pic>
    </p:spTree>
    <p:extLst>
      <p:ext uri="{BB962C8B-B14F-4D97-AF65-F5344CB8AC3E}">
        <p14:creationId xmlns:p14="http://schemas.microsoft.com/office/powerpoint/2010/main" val="3171090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97701-AC52-28DC-E93F-8C02FD127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44939-F5D0-EF8D-1F79-BF1226F43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5988"/>
          </a:xfrm>
        </p:spPr>
        <p:txBody>
          <a:bodyPr/>
          <a:lstStyle/>
          <a:p>
            <a:r>
              <a:rPr lang="en-IN" dirty="0"/>
              <a:t>Binary coded decimal (BCD) - 8421 BCD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88DAE-D769-7B57-DF3B-174F6AAA4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444"/>
            <a:ext cx="10515600" cy="4616520"/>
          </a:xfrm>
        </p:spPr>
        <p:txBody>
          <a:bodyPr>
            <a:noAutofit/>
          </a:bodyPr>
          <a:lstStyle/>
          <a:p>
            <a:r>
              <a:rPr lang="en-US" sz="2400" dirty="0"/>
              <a:t>Binary coded decimal (BCD) is a way to express each of the decimal digits with a binary code. There are only ten code groups in the BCD system, so it is very easy to convert </a:t>
            </a:r>
            <a:r>
              <a:rPr lang="en-IN" sz="2400" dirty="0"/>
              <a:t>between decimal and BCD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b="1" dirty="0"/>
              <a:t>Invalid Codes: </a:t>
            </a:r>
            <a:r>
              <a:rPr lang="en-US" sz="2400" dirty="0"/>
              <a:t>The six code combinations that are not used—1010, 1011, 1100, 1101, 1110, and 1111—are invalid in the 8421 BCD code.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C04E38-E93B-D47E-A2EA-D26BEE2EC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522" y="2708301"/>
            <a:ext cx="10231278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53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4BECA-D5AD-B8E6-A132-CF31ACE9B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6143-B23D-11B3-01C9-1FBA8342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Decimal to BCD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729C6-3D3D-C5B6-44DF-9286EC005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 express any decimal number in BCD, simply replace each decimal digit with the </a:t>
            </a:r>
            <a:r>
              <a:rPr lang="en-IN" sz="2400" dirty="0"/>
              <a:t>appropriate 4-bit code,</a:t>
            </a:r>
          </a:p>
          <a:p>
            <a:r>
              <a:rPr lang="en-US" sz="2400" dirty="0"/>
              <a:t>Convert each of the following decimal numbers to BCD:</a:t>
            </a:r>
          </a:p>
          <a:p>
            <a:pPr marL="0" indent="0">
              <a:buNone/>
            </a:pPr>
            <a:r>
              <a:rPr lang="pt-BR" sz="2400" b="1" dirty="0"/>
              <a:t>     (a) </a:t>
            </a:r>
            <a:r>
              <a:rPr lang="pt-BR" sz="2400" dirty="0"/>
              <a:t>35 		</a:t>
            </a:r>
            <a:r>
              <a:rPr lang="pt-BR" sz="2400" b="1" dirty="0"/>
              <a:t>(b) </a:t>
            </a:r>
            <a:r>
              <a:rPr lang="pt-BR" sz="2400" dirty="0"/>
              <a:t>98		</a:t>
            </a:r>
            <a:r>
              <a:rPr lang="pt-BR" sz="2400" b="1" dirty="0"/>
              <a:t>(c) </a:t>
            </a:r>
            <a:r>
              <a:rPr lang="pt-BR" sz="2400" dirty="0"/>
              <a:t>170 	</a:t>
            </a:r>
            <a:r>
              <a:rPr lang="pt-BR" sz="2400" b="1" dirty="0"/>
              <a:t>(d) </a:t>
            </a:r>
            <a:r>
              <a:rPr lang="pt-BR" sz="2400" dirty="0"/>
              <a:t>2469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E4002F-3F54-0FDA-CEEB-2C7697674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598" y="3832628"/>
            <a:ext cx="7422236" cy="276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9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7E60-861B-6DF0-AAAC-5282A0B1E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8E78-57E6-5A3A-BCE5-B9CACCE00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BCD to Decimal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DCE54-CDF3-5445-42DE-7422490C9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Start at the </a:t>
            </a:r>
            <a:r>
              <a:rPr lang="en-US" sz="2400" dirty="0"/>
              <a:t>right-most bit and break the code into groups of four bits. Then write the decimal digit represented by each 4-bit group.</a:t>
            </a:r>
          </a:p>
          <a:p>
            <a:r>
              <a:rPr lang="en-US" sz="2400" dirty="0"/>
              <a:t>Convert each of the following BCD codes to decimal:</a:t>
            </a:r>
          </a:p>
          <a:p>
            <a:pPr marL="0" indent="0">
              <a:buNone/>
            </a:pPr>
            <a:r>
              <a:rPr lang="pt-BR" sz="2400" b="1" dirty="0"/>
              <a:t>    (a) </a:t>
            </a:r>
            <a:r>
              <a:rPr lang="pt-BR" sz="2400" dirty="0"/>
              <a:t>10000110 	</a:t>
            </a:r>
            <a:r>
              <a:rPr lang="pt-BR" sz="2400" b="1" dirty="0"/>
              <a:t>(b) </a:t>
            </a:r>
            <a:r>
              <a:rPr lang="pt-BR" sz="2400" dirty="0"/>
              <a:t>001101010001 		</a:t>
            </a:r>
            <a:r>
              <a:rPr lang="pt-BR" sz="2400" b="1" dirty="0"/>
              <a:t>(c) </a:t>
            </a:r>
            <a:r>
              <a:rPr lang="pt-BR" sz="2400" dirty="0"/>
              <a:t>1001010001110000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CC0E5B-1587-97A1-995E-7A3142FD1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1294"/>
            <a:ext cx="10597851" cy="156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02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8AEF5-C488-497F-327B-3BC4BD303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81470A5-BBBD-D0A4-E2FF-1B5EE3312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Decimal to BCD Converter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859B1F-2C2B-112A-C977-4F1E49CAB6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11426" y="1825625"/>
            <a:ext cx="5732602" cy="4351338"/>
          </a:xfrm>
          <a:ln>
            <a:solidFill>
              <a:schemeClr val="tx1"/>
            </a:solidFill>
          </a:ln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724557-B83C-6EF5-C216-067DCEA4D4A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Boolean expressions for converting decimal to BCD are given below</a:t>
            </a:r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2558E5-C0BD-3FD2-08E1-DE30527AB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956" y="3062950"/>
            <a:ext cx="4474425" cy="221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900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FDAE1-EF3B-D3BC-E1BD-DB1899F1D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851C-FFEC-4DD5-0C15-62351197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Decimal to BCD Converter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59F15C4-5E55-C565-8ADA-B163DCD2E59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06060" y="1825625"/>
            <a:ext cx="5045879" cy="4351338"/>
          </a:xfr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6D7E2C-D8F7-8DCF-D1EE-4811EC70AC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34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Microsoft Office PowerPoint</Application>
  <PresentationFormat>Widescreen</PresentationFormat>
  <Paragraphs>41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Gray Code</vt:lpstr>
      <vt:lpstr>Binary to Gray Code Conversion</vt:lpstr>
      <vt:lpstr>Gray-to-Binary Code Conversion</vt:lpstr>
      <vt:lpstr>Four-bit binary to Gray conversion logic.</vt:lpstr>
      <vt:lpstr>Four-bit binary to Gray conversion logic.</vt:lpstr>
      <vt:lpstr>Four-bit binary to Gray conversion logic.</vt:lpstr>
      <vt:lpstr>Four-bit Gray to binary conversion logic.</vt:lpstr>
      <vt:lpstr>Four-bit Gray to binary conversion logic.</vt:lpstr>
      <vt:lpstr>Four-bit Gray to binary conversion logic.</vt:lpstr>
      <vt:lpstr>Four-bit Gray to binary conversion logic.</vt:lpstr>
      <vt:lpstr>Four-bit Gray to binary conversion logic.</vt:lpstr>
      <vt:lpstr>Binary coded decimal (BCD) - 8421 BCD Code</vt:lpstr>
      <vt:lpstr>Decimal to BCD</vt:lpstr>
      <vt:lpstr>BCD to Decimal </vt:lpstr>
      <vt:lpstr>Decimal to BCD Converter</vt:lpstr>
      <vt:lpstr>Decimal to BCD Converter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2025-08-07T06:38:36Z</dcterms:created>
  <dcterms:modified xsi:type="dcterms:W3CDTF">2025-08-07T06:39:13Z</dcterms:modified>
</cp:coreProperties>
</file>